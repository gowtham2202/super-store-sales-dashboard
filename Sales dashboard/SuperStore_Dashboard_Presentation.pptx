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4" d="100"/>
          <a:sy n="74" d="100"/>
        </p:scale>
        <p:origin x="171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69804" cy="6874935"/>
            <a:chOff x="-8466" y="-8468"/>
            <a:chExt cx="9169804" cy="6874935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1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2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2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2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Freeform 23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24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Freeform 2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32463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90273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93743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87515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32947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12234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87511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05278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00723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2326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8616854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291374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65596070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232307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784126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63858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69805" cy="6874935"/>
            <a:chOff x="-8467" y="-8468"/>
            <a:chExt cx="9169805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17928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Developed an interactive sales dashboard using Power BI.</a:t>
            </a:r>
          </a:p>
          <a:p>
            <a:r>
              <a:t>Analyzed SuperStore Orders dataset containing sales and profit data.</a:t>
            </a:r>
          </a:p>
          <a:p>
            <a:r>
              <a:t>Tracked key business KPIs such as Sales, Profit, and Orders.</a:t>
            </a:r>
          </a:p>
          <a:p>
            <a:r>
              <a:t>Used filters and slicers for dynamic data exploration.</a:t>
            </a:r>
          </a:p>
          <a:p>
            <a:r>
              <a:t>Enabled data-driven decision-making for business stakeholders.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Dataset contains over 50,000 sales records.</a:t>
            </a:r>
          </a:p>
          <a:p>
            <a:r>
              <a:t>Includes customer, product, region, and market information.</a:t>
            </a:r>
          </a:p>
          <a:p>
            <a:r>
              <a:t>Covers sales transactions from 2011 to 2014.</a:t>
            </a:r>
          </a:p>
          <a:p>
            <a:r>
              <a:t>Key metrics include Sales, Profit, Quantity, and Discount.</a:t>
            </a:r>
          </a:p>
          <a:p>
            <a:r>
              <a:t>Used for analyzing business performance across multiple dimensions.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Interactive Dashboard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KPI cards display Total Sales, Profit, Orders, and Profit Margin.</a:t>
            </a:r>
          </a:p>
          <a:p>
            <a:r>
              <a:t>Line chart visualizes yearly sales trends.</a:t>
            </a:r>
          </a:p>
          <a:p>
            <a:r>
              <a:t>Category-wise sales and profit analysis through bar charts.</a:t>
            </a:r>
          </a:p>
          <a:p>
            <a:r>
              <a:t>Region and segment performance shown using interactive visuals.</a:t>
            </a:r>
          </a:p>
          <a:p>
            <a:r>
              <a:t>Slicers allow filtering by Year, Region, Category, and Segment.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Sales reached approximately 7.84 Million.</a:t>
            </a:r>
          </a:p>
          <a:p>
            <a:r>
              <a:t>Total Profit exceeded 1.47 Million.</a:t>
            </a:r>
          </a:p>
          <a:p>
            <a:r>
              <a:t>Technology category generated the highest profit.</a:t>
            </a:r>
          </a:p>
          <a:p>
            <a:r>
              <a:t>Central region contributed the highest sales revenue.</a:t>
            </a:r>
          </a:p>
          <a:p>
            <a:r>
              <a:t>Sales showed continuous growth from 2011 to 2014.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&amp;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Dashboard provides a complete overview of business performance.</a:t>
            </a:r>
          </a:p>
          <a:p>
            <a:r>
              <a:t>Interactive reports help stakeholders identify trends quickly.</a:t>
            </a:r>
          </a:p>
          <a:p>
            <a:r>
              <a:t>Focus on high-performing product categories to increase profits.</a:t>
            </a:r>
          </a:p>
          <a:p>
            <a:r>
              <a:t>Improve sales strategies in low-performing regions.</a:t>
            </a:r>
          </a:p>
          <a:p>
            <a:r>
              <a:t>Power BI dashboard supports faster and better business decisions.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</TotalTime>
  <Words>239</Words>
  <Application>Microsoft Office PowerPoint</Application>
  <PresentationFormat>On-screen Show (4:3)</PresentationFormat>
  <Paragraphs>30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Trebuchet MS</vt:lpstr>
      <vt:lpstr>Wingdings 3</vt:lpstr>
      <vt:lpstr>Facet</vt:lpstr>
      <vt:lpstr>Project Overview</vt:lpstr>
      <vt:lpstr>Dataset Information</vt:lpstr>
      <vt:lpstr>Interactive Dashboard Features</vt:lpstr>
      <vt:lpstr>Business Insights</vt:lpstr>
      <vt:lpstr>Conclusion &amp; Recommendations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gowtham .M</cp:lastModifiedBy>
  <cp:revision>2</cp:revision>
  <dcterms:created xsi:type="dcterms:W3CDTF">2013-01-27T09:14:16Z</dcterms:created>
  <dcterms:modified xsi:type="dcterms:W3CDTF">2026-06-04T07:44:23Z</dcterms:modified>
  <cp:category/>
</cp:coreProperties>
</file>